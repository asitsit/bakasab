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B2B2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2B2B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spc="100" kern="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BAKASAB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EXPERIENCE CREATOR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3A8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Séminaires — Digital — Formation. On conçoit et on anime les temps forts qui font avancer les grandes entreprises.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126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EXPÉRIENCES COLLECTIVES     •     EXPÉRIENCES DIGITALES     •     EXPÉRIENCES APPRENANTES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NOTRE VISION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Un bon événement se voit. </a:t>
            </a:r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Un bon BAKASAB se </a:t>
            </a:r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3632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sent.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BAKASAB conçoit, anime et digitalise les temps forts collectifs des grandes entreprises. Pas de logistique pure, pas de formation catalogue : un studio d'expériences qui pense chaque moment comme un levier d'engagement — du cadrage stratégique au dernier applaudissement.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3200400"/>
            <a:ext cx="3383280" cy="2926080"/>
          </a:xfrm>
          <a:prstGeom prst="rect">
            <a:avLst/>
          </a:prstGeom>
          <a:solidFill>
            <a:srgbClr val="8E1D34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15 → 3500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8388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participants par mission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183880" y="4526280"/>
            <a:ext cx="2926080" cy="0"/>
          </a:xfrm>
          <a:prstGeom prst="line">
            <a:avLst/>
          </a:prstGeom>
          <a:noFill/>
          <a:ln w="12700">
            <a:solidFill>
              <a:srgbClr val="A2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4709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D3D8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Présentiel · Digital · Hybride — en France et à l'international.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 QU'ON FAIT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Trois expériences. Un seul partenaire.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10128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23160"/>
            <a:ext cx="502920" cy="502920"/>
          </a:xfrm>
          <a:prstGeom prst="ellipse">
            <a:avLst/>
          </a:prstGeom>
          <a:solidFill>
            <a:srgbClr val="F3632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154680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2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Expériences</a:t>
            </a:r>
            <a:endParaRPr lang="en-US" sz="20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2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Collectives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4160520"/>
            <a:ext cx="2670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Séminaires, journées d'équipe, teambuildings, soirées, événements de marque et offsites — partout dans le monde.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57400"/>
            <a:ext cx="3310128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423160"/>
            <a:ext cx="502920" cy="502920"/>
          </a:xfrm>
          <a:prstGeom prst="ellipse">
            <a:avLst/>
          </a:prstGeom>
          <a:solidFill>
            <a:srgbClr val="8E1D34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3154680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2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Expériences</a:t>
            </a:r>
            <a:endParaRPr lang="en-US" sz="20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2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Digitales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4160520"/>
            <a:ext cx="2670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Digitalisation des temps forts de l'entreprise : hybridation, outils interactifs, animation digitale en direct.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2057400"/>
            <a:ext cx="3310128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423160"/>
            <a:ext cx="502920" cy="502920"/>
          </a:xfrm>
          <a:prstGeom prst="ellipse">
            <a:avLst/>
          </a:prstGeom>
          <a:solidFill>
            <a:srgbClr val="1F1F1E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3154680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2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Expériences</a:t>
            </a:r>
            <a:endParaRPr lang="en-US" sz="20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2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Apprenantes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75320" y="4160520"/>
            <a:ext cx="2670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Formations sur mesure, montée en compétences des équipes et des managers, ancrées dans le réel.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NOTRE MÉTHODE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De bout en bout, sans flottement.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632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Design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3A8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On cadre l'événement ou l'atelier selon vos objectifs et vos contraintes.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74136" y="2286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9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66160" y="228600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632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66160" y="288036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Préparation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333756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3A8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Intervenants prêts, lien serré avec vos équipes opérationnelles.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17336" y="2286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9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09360" y="228600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632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Animation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360" y="333756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3A8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Facilitation «Pro &amp; Fun» pour un engagement réel des participants.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60536" y="2286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9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52560" y="228600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632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52560" y="288036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Restitution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52560" y="333756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3A8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Take-aways et suite concrète pour chaque moment collectif.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NOTRE DIFFÉRENCE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Pro &amp; Fun. Pas l'un sans l'autre.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029200" cy="3566160"/>
          </a:xfrm>
          <a:prstGeom prst="rect">
            <a:avLst/>
          </a:prstGeom>
          <a:solidFill>
            <a:srgbClr val="1F1F1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PRO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0632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9B3A8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Cadrage rigoureux, gestion de projet, réseau d'experts multi-disciplinaires. Un partenaire au niveau de vos enjeux CAC40.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4389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— Résultats mesurables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4800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— Delivery fiable, à toute échelle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52120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— Interlocuteur unique de bout en bout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5029200" cy="3566160"/>
          </a:xfrm>
          <a:prstGeom prst="rect">
            <a:avLst/>
          </a:prstGeom>
          <a:solidFill>
            <a:srgbClr val="F3632C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FUN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29400" y="30632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Une énergie qui embarque vraiment les participants. Ni corporate ennuyeux, ni team-building gadget.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4389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— Facilitation vivante, jamais scolaire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4800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— Formats qui surprennent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29400" y="52120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— Des équipes qui en reparlent après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NOTRE CAPACITÉ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Un réseau taillé pour les grands comptes.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450592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65176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3632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5+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51560" y="365760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ans à concevoir des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expériences pour le CAC40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2286000"/>
            <a:ext cx="2450592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265176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E1D34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3500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703320" y="365760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participants gérés sur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une seule mission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450592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65176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3632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10+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365760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grands groupes accompagnés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(industrie, luxe, santé, énergie)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2286000"/>
            <a:ext cx="2450592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265176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E1D34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365760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formats maîtrisés : présentiel,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digital, hybride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ILS NOUS FONT CONFIANCE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Des grands groupes qui n'ont pas droit à l'à-peu-près.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DANONE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8328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L'ORÉAL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9788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SAFRAN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VINCI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SANOFI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3291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CENTRALE LYON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0" y="3291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EDHEC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SCIENCES PO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4251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BRISTOL MYERS SQUIBB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97880" y="4251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MANOMANO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4251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A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IMT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SÉLECTION DE MISSIONS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La preuve par le terrain.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10128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2423160"/>
            <a:ext cx="146304" cy="146304"/>
          </a:xfrm>
          <a:prstGeom prst="ellipse">
            <a:avLst/>
          </a:prstGeom>
          <a:solidFill>
            <a:srgbClr val="F3632C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69748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VINCI — BUILDING SOLUTIONS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5568" y="3474720"/>
            <a:ext cx="27249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Production et animation de la convention groupe. Un univers animé sur 3 rounds de 120 personnes, format «market fair».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534924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360 pax · Présentiel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310128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81728" y="2423160"/>
            <a:ext cx="146304" cy="146304"/>
          </a:xfrm>
          <a:prstGeom prst="ellipse">
            <a:avLst/>
          </a:prstGeom>
          <a:solidFill>
            <a:srgbClr val="8E1D34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269748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SAFRAN — CARPE DIEM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81728" y="3474720"/>
            <a:ext cx="27249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Design et animation des groupes de travail DRH monde pendant 6 mois, avec outils digitaux de partage.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1728" y="534924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1D3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35 pax · Hybride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3310128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47888" y="2423160"/>
            <a:ext cx="146304" cy="146304"/>
          </a:xfrm>
          <a:prstGeom prst="ellipse">
            <a:avLst/>
          </a:prstGeom>
          <a:solidFill>
            <a:srgbClr val="1F1F1E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269748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CONVENTION LEARNING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47888" y="3474720"/>
            <a:ext cx="27249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Organisation de la convention People Development &amp; Learning : facilitation et outils hybrides/digitaux.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7888" y="534924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E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100–300 pax · Digital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E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ILS EN PARLENT MIEUX QUE NOUS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120640" cy="4846320"/>
          </a:xfrm>
          <a:prstGeom prst="rect">
            <a:avLst/>
          </a:prstGeom>
          <a:solidFill>
            <a:srgbClr val="7A1A2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54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3632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“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188720" y="237744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Alex a le parfait mélange de compétences et d'état d'esprit pour développer de nouvelles façons de travailler de manière ludique, efficace et très professionnelle.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5303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Pia Hernandez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56509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C3CB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VP Global HR Development &amp; Community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120640" cy="4846320"/>
          </a:xfrm>
          <a:prstGeom prst="rect">
            <a:avLst/>
          </a:prstGeom>
          <a:solidFill>
            <a:srgbClr val="7A1A2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554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3632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“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675120" y="237744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Son expertise et son approche dynamique ont véritablement transformé notre session en une expérience enrichissante et productive pour tous.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5303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Florence Laly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56509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C3CB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Chief Process &amp; Transformation Treasury Officer, L'Oréal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NOTRE ÉQUIPE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Un collectif, pas un carnet d'adresses.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BAKASAB est un réseau d'experts en formation, facilitation et design, engagés à créer des expériences collaboratives qui marquent. Chaque mission est co-construite avec vous, en mobilisant les bons profils selon vos enjeux.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1938528" cy="3108960"/>
          </a:xfrm>
          <a:prstGeom prst="rect">
            <a:avLst/>
          </a:prstGeom>
          <a:solidFill>
            <a:srgbClr val="1F1F1E"/>
          </a:solidFill>
          <a:ln/>
        </p:spPr>
      </p:sp>
      <p:sp>
        <p:nvSpPr>
          <p:cNvPr id="6" name="Shape 4"/>
          <p:cNvSpPr/>
          <p:nvPr/>
        </p:nvSpPr>
        <p:spPr>
          <a:xfrm>
            <a:off x="1380744" y="3200400"/>
            <a:ext cx="822960" cy="822960"/>
          </a:xfrm>
          <a:prstGeom prst="ellipse">
            <a:avLst/>
          </a:prstGeom>
          <a:solidFill>
            <a:srgbClr val="F3632C"/>
          </a:solidFill>
          <a:ln/>
        </p:spPr>
      </p:sp>
      <p:sp>
        <p:nvSpPr>
          <p:cNvPr id="7" name="Text 5"/>
          <p:cNvSpPr/>
          <p:nvPr/>
        </p:nvSpPr>
        <p:spPr>
          <a:xfrm>
            <a:off x="1380744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Alexandre Sitbon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9B3A8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Fondateur — Facilitation &amp; innovation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07792" y="2880360"/>
            <a:ext cx="1938528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465576" y="3200400"/>
            <a:ext cx="822960" cy="822960"/>
          </a:xfrm>
          <a:prstGeom prst="ellipse">
            <a:avLst/>
          </a:prstGeom>
          <a:solidFill>
            <a:srgbClr val="1F1F1E"/>
          </a:solidFill>
          <a:ln/>
        </p:spPr>
      </p:sp>
      <p:sp>
        <p:nvSpPr>
          <p:cNvPr id="12" name="Text 10"/>
          <p:cNvSpPr/>
          <p:nvPr/>
        </p:nvSpPr>
        <p:spPr>
          <a:xfrm>
            <a:off x="3465576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CM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99232" y="42062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Clémence Macary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99232" y="48006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Design &amp; gestion de projets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92624" y="2880360"/>
            <a:ext cx="1938528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550408" y="3200400"/>
            <a:ext cx="822960" cy="822960"/>
          </a:xfrm>
          <a:prstGeom prst="ellipse">
            <a:avLst/>
          </a:prstGeom>
          <a:solidFill>
            <a:srgbClr val="1F1F1E"/>
          </a:solidFill>
          <a:ln/>
        </p:spPr>
      </p:sp>
      <p:sp>
        <p:nvSpPr>
          <p:cNvPr id="17" name="Text 15"/>
          <p:cNvSpPr/>
          <p:nvPr/>
        </p:nvSpPr>
        <p:spPr>
          <a:xfrm>
            <a:off x="5550408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RB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84064" y="42062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Ronan Broussier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84064" y="48006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Facilitation, technologie &amp; 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77456" y="2880360"/>
            <a:ext cx="1938528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35240" y="3200400"/>
            <a:ext cx="822960" cy="822960"/>
          </a:xfrm>
          <a:prstGeom prst="ellipse">
            <a:avLst/>
          </a:prstGeom>
          <a:solidFill>
            <a:srgbClr val="1F1F1E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MB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68896" y="42062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Marine Bourgeaud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68896" y="48006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Gestion de projet &amp; DISC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62288" y="2880360"/>
            <a:ext cx="1938528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720072" y="3200400"/>
            <a:ext cx="822960" cy="822960"/>
          </a:xfrm>
          <a:prstGeom prst="ellipse">
            <a:avLst/>
          </a:prstGeom>
          <a:solidFill>
            <a:srgbClr val="1F1F1E"/>
          </a:solidFill>
          <a:ln/>
        </p:spPr>
      </p:sp>
      <p:sp>
        <p:nvSpPr>
          <p:cNvPr id="27" name="Text 25"/>
          <p:cNvSpPr/>
          <p:nvPr/>
        </p:nvSpPr>
        <p:spPr>
          <a:xfrm>
            <a:off x="9720072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PB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53728" y="42062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1F1E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Philip Boisvieux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253728" y="48006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5F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Facilitation &amp; projets collectifs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1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2B2B2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50" kern="0" dirty="0">
                <a:solidFill>
                  <a:srgbClr val="F3632C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PRÊTS À CRÉER VOTRE PROCHAINE EXPÉRIENCE 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Parlons de votre prochain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temps fort.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3A8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alexandre.sitbon.pro@gmail.com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047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3A8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+33 6 32 53 16 97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4315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3A8"/>
                </a:solidFill>
                <a:latin typeface="Archivo Regular" pitchFamily="34" charset="0"/>
                <a:ea typeface="Archivo Regular" pitchFamily="34" charset="-122"/>
                <a:cs typeface="Archivo Regular" pitchFamily="34" charset="-120"/>
              </a:rPr>
              <a:t>44 rue du Chemin Vert, 92100 Boulogne-Billancourt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BAKASAB — EXPERIENCE CREATOR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BAKASAB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BAKASAB — Experience Creator</dc:title>
  <dc:subject>PptxGenJS Presentation</dc:subject>
  <dc:creator>BAKASAB</dc:creator>
  <cp:lastModifiedBy>BAKASAB</cp:lastModifiedBy>
  <cp:revision>1</cp:revision>
  <dcterms:created xsi:type="dcterms:W3CDTF">2026-08-21T13:26:34Z</dcterms:created>
  <dcterms:modified xsi:type="dcterms:W3CDTF">2026-08-21T13:26:34Z</dcterms:modified>
</cp:coreProperties>
</file>